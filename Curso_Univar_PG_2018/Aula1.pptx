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de notas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0DB1A499-238F-4053-8CDD-606E95496A17}" type="slidenum"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5EF3950A-3115-4AEA-984E-ED9B426D0BAF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42683F97-D124-4CC5-B771-C6D2D7699EF1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2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710C9F4B-F2F0-4702-8D40-16800CD44953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3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547B2C07-CA2A-493C-AEF4-A22471EE5C17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4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41E29EF8-1002-4621-BC81-EDAD1DFC54A8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5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ED9852C0-7716-49A9-8280-633B59EAE1A4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6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AD29E1F7-8010-4206-9FF1-BFE87D7BE195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7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24193F27-4BAD-41D0-A195-86FA78AD0690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8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2DEBCF9E-4DF4-46F5-8AA1-BC79B052D2DC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9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0CCA3189-40D9-4469-98FF-E9A927B16380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10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Imagem 3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8" name="Imagem 37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Imagem 7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7" name="Imagem 7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11/10/16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3A9444AA-D614-45BA-8362-28EE2F00E8C1}" type="slidenum"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do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estilo do título mestre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11/10/16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F664C60-1B5B-4BE5-B365-73BC70EA937A}" type="slidenum"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-project.org/" TargetMode="External"/><Relationship Id="rId7" Type="http://schemas.openxmlformats.org/officeDocument/2006/relationships/hyperlink" Target="http://www.rstudio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r-project.org/mail.html" TargetMode="External"/><Relationship Id="rId5" Type="http://schemas.openxmlformats.org/officeDocument/2006/relationships/hyperlink" Target="http://www.cran-r.c3sl.ufpr.br/" TargetMode="External"/><Relationship Id="rId4" Type="http://schemas.openxmlformats.org/officeDocument/2006/relationships/hyperlink" Target="http://www.cran.r-project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809D4CC1-0FAC-4770-8763-63D7BB7F46F8}" type="slidenum"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395640" y="188640"/>
            <a:ext cx="8229240" cy="4432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4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DESVENDANDO O R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Prof. Maurício Garcia de Camargo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IO-FURG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Página do curso http://mauricio-camargo.github.io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Rio Grande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10/2016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3640" cy="618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 que é o R?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1. É um sistema livre (Copyleft), extremamente versátil, que serve para: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- Ler e manipular dados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- realizar cálculos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- conduzir análises estatísticas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- apresentar graficamente os resultados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 resumo, R é um ambiente para computação estatística e gráfica.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 É um clone de código aberto do sistema comercial S-Plus e uma implementação da linguagem de programação S (orientada a objetos)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 Uma plataforma para desenvolvimento de novos algoritmos.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“Não pergunte ‘o que’ o R faz, mas 'como' ele faz...” (Paulo Justiniano)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R funciona com "pacotes", pedaços de software para determinadas funções, que podem ser desenvolvidos por qualquer pessoa.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87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12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33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67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08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75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07" end="4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67" end="5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41" end="6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0"/>
            <a:ext cx="9143640" cy="645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 É a linguagem moderna dos cientistas, que facilita a 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tranferência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tecnologia (muito importante para países do terceiro mundo).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 É um sistema que faz milagres!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library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vegan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data(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dune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plot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metaMDS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dune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)$</a:t>
            </a:r>
            <a:r>
              <a:rPr lang="pt-BR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species</a:t>
            </a: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2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Vantagens do R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R é grátis!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Funciona em qualquer sistema operacional (Windows, Linux e Mac)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Grandes estatísticos colaboram com o projeto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Scripts (códigos) podem ser trocados entre cientistas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Facilita o aprendizado de estatística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Quem não souber R estará defasado.</a:t>
            </a: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34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68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83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94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23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39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52" end="3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17" end="3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63" end="4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18" end="4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57" end="4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0"/>
            <a:ext cx="9143640" cy="649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Recursos na internet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Os recursos da internet mais importantes sobre o sistema R são: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</a:t>
            </a:r>
            <a:r>
              <a:rPr lang="pt-B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3"/>
              </a:rPr>
              <a:t>www.r-project.org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Esta é a principal página do R, onde todas as informações sobre o sistema podem ser encontradas;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</a:t>
            </a:r>
            <a:r>
              <a:rPr lang="pt-B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4"/>
              </a:rPr>
              <a:t>www.cran.r-project.org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CRAN (“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Comprehensive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R 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Archive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Network”) é o site onde se podem baixar os arquivos de instalação do R e onde se encontram todos os pacotes oficiais que complementam o programa. O site abriga também toda documentação do R;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</a:t>
            </a:r>
            <a:r>
              <a:rPr lang="pt-B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5"/>
              </a:rPr>
              <a:t>cran-r.c3sl.ufpr.br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É o espelho brasileiro do site do CRAN, hospedado pela UFPR;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</a:t>
            </a:r>
            <a:r>
              <a:rPr lang="pt-B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6"/>
              </a:rPr>
              <a:t>www.r-project.org/mail.html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Página que agrega as listas de discussão oficiais sobre o sistema R, todas em inglês. Todas as dúvidas de iniciantes podem ser encontradas nestas listas. Dúvidas novas podem ser postadas e são geralmente respondidas rapidamente;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https://listas.inf.ufpr.br/cgi-bin/mailman/listinfo/r-br – Página da maior lista de discussão sobre o R em português. 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 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</a:rPr>
              <a:t>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https://</a:t>
            </a:r>
            <a:r>
              <a:rPr lang="pt-B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7"/>
              </a:rPr>
              <a:t>www.rstudio.org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Página do 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Rstudio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o melhor IDE (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Integrated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Development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pt-B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Environment</a:t>
            </a:r>
            <a:r>
              <a:rPr lang="pt-B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 para R.</a:t>
            </a: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0"/>
            <a:ext cx="9143640" cy="5576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Documentação que vem com o sistema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Estes são os manuais que acompanham o R.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An introduction to R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Writing R extensions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R data import/export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The R language definition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R installation and administration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0"/>
            <a:ext cx="9143640" cy="557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Outras fontes importantes de informações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Livros introdutórios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Zuur, A. A beginner's guide to 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Analysing ecological data.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Dalgaard, P. Introductory statistics with 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Maindonald , J.; Braun, W.J. Data analysis and graphics using 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Faraway, J.J. Practical Regression and Anova using R. 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Livros avançados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Chambers, J.M. Programming with 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Sarkar, D. Lattice: Multivariate data visualization with 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Pinheiro, J. C; Bates, D. Mixed-effects models in S and S-Plus.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Venables, W.N.; Ripley, B.D. Modern applied statistics with S.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Murrel, P. R graphics.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Vikneswaran, G. An R companion to experimental design.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0" y="0"/>
            <a:ext cx="9143640" cy="30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MÃOS NA MASSA...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Instalar versão atualizada do R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http://cran.r-project.org/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Instalar o Rstudio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http://www.rstudio.com/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0" y="0"/>
            <a:ext cx="914364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Exercícios 1 (calculadora)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Muitos dos erros cometidos por iniciantes no R estão relacionados com parênteses: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2" name="Imagem 91"/>
          <p:cNvPicPr/>
          <p:nvPr/>
        </p:nvPicPr>
        <p:blipFill>
          <a:blip r:embed="rId3"/>
          <a:stretch/>
        </p:blipFill>
        <p:spPr>
          <a:xfrm>
            <a:off x="2616120" y="1930320"/>
            <a:ext cx="495360" cy="596880"/>
          </a:xfrm>
          <a:prstGeom prst="rect">
            <a:avLst/>
          </a:prstGeom>
          <a:ln>
            <a:noFill/>
          </a:ln>
        </p:spPr>
      </p:pic>
      <p:pic>
        <p:nvPicPr>
          <p:cNvPr id="93" name="Imagem 92"/>
          <p:cNvPicPr/>
          <p:nvPr/>
        </p:nvPicPr>
        <p:blipFill>
          <a:blip r:embed="rId4"/>
          <a:stretch/>
        </p:blipFill>
        <p:spPr>
          <a:xfrm>
            <a:off x="2590920" y="2717640"/>
            <a:ext cx="1968480" cy="596880"/>
          </a:xfrm>
          <a:prstGeom prst="rect">
            <a:avLst/>
          </a:prstGeom>
          <a:ln>
            <a:noFill/>
          </a:ln>
        </p:spPr>
      </p:pic>
      <p:pic>
        <p:nvPicPr>
          <p:cNvPr id="94" name="Imagem 93"/>
          <p:cNvPicPr/>
          <p:nvPr/>
        </p:nvPicPr>
        <p:blipFill>
          <a:blip r:embed="rId5"/>
          <a:stretch/>
        </p:blipFill>
        <p:spPr>
          <a:xfrm>
            <a:off x="2552760" y="4381560"/>
            <a:ext cx="1676520" cy="698400"/>
          </a:xfrm>
          <a:prstGeom prst="rect">
            <a:avLst/>
          </a:prstGeom>
          <a:ln>
            <a:noFill/>
          </a:ln>
        </p:spPr>
      </p:pic>
      <p:pic>
        <p:nvPicPr>
          <p:cNvPr id="95" name="Imagem 94"/>
          <p:cNvPicPr/>
          <p:nvPr/>
        </p:nvPicPr>
        <p:blipFill>
          <a:blip r:embed="rId6"/>
          <a:stretch/>
        </p:blipFill>
        <p:spPr>
          <a:xfrm>
            <a:off x="2590920" y="3568680"/>
            <a:ext cx="1181160" cy="635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205920"/>
            <a:ext cx="9143640" cy="411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24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Exercícios 2 (manipulação de objetos)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- Crie um objeto chamado </a:t>
            </a: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z</a:t>
            </a: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que irá armazenar o valor da raiz quadrada de 12. Logo após, crie um outro objeto chamado </a:t>
            </a: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</a:t>
            </a: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que irá armazenar o logaritmo de 20 na base 10. A seguir, crie uma variável chamada </a:t>
            </a: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</a:t>
            </a: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que irá armazenar a soma dos dois valores anteriores.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 – Crie um objeto chamado </a:t>
            </a: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x</a:t>
            </a: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que irá armazenar o valor do raio de 20 cm de um círculo. A seguir, calcule a área desta circunferência e armazene no objeto </a:t>
            </a: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</a:t>
            </a: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52280" y="532800"/>
            <a:ext cx="8743680" cy="5579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2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Exercícios 3 (criação e cálculo com vetores)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1. Crie um vetor composto pelos números 1,3,5,7,9.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 Crie um vetor de uma sequência de 10 até 50.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840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 Crie um vetor com a mesma sequência anterior, porém espaçado em 3.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 Extraia a raiz quadrada de cada elemento deste último vetor.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 Crie um vetor composto por uma repetição por 5 vezes da letra A concatenados por uma repetição por 4 vezes da letra B.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 Crie um vetor contendo 20 números aleatórios seguindo a distribuição normal, com média de 12 e desvio padrão de 3. Extraia a média e desvio padrão deste vetor para verificar se os valores são próximos do informado</a:t>
            </a: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</TotalTime>
  <Words>631</Words>
  <Application>Microsoft Office PowerPoint</Application>
  <PresentationFormat>Apresentação na tela (4:3)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Courier New</vt:lpstr>
      <vt:lpstr>DejaVu Sans</vt:lpstr>
      <vt:lpstr>StarSymbol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Mauricio</dc:creator>
  <dc:description/>
  <cp:lastModifiedBy>Mauricio Camargo</cp:lastModifiedBy>
  <cp:revision>48</cp:revision>
  <dcterms:created xsi:type="dcterms:W3CDTF">2012-02-05T01:16:15Z</dcterms:created>
  <dcterms:modified xsi:type="dcterms:W3CDTF">2017-10-06T10:27:57Z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Company">
    <vt:lpwstr>Microsoft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10</vt:i4>
  </property>
  <property fmtid="{D5CDD505-2E9C-101B-9397-08002B2CF9AE}" pid="9" name="PresentationFormat">
    <vt:lpwstr>Apresentação na tela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10</vt:i4>
  </property>
</Properties>
</file>