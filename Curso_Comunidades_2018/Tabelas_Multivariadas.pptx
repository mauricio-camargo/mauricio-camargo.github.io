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05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 para editar o formato de notas</a:t>
            </a:r>
          </a:p>
        </p:txBody>
      </p:sp>
      <p:sp>
        <p:nvSpPr>
          <p:cNvPr id="145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&lt;cabeçalho&gt;</a:t>
            </a:r>
          </a:p>
        </p:txBody>
      </p:sp>
      <p:sp>
        <p:nvSpPr>
          <p:cNvPr id="146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pt-B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&lt;data/hora&gt;</a:t>
            </a:r>
          </a:p>
        </p:txBody>
      </p:sp>
      <p:sp>
        <p:nvSpPr>
          <p:cNvPr id="147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pt-B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&lt;rodapé&gt;</a:t>
            </a:r>
          </a:p>
        </p:txBody>
      </p:sp>
      <p:sp>
        <p:nvSpPr>
          <p:cNvPr id="148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D2A32627-B23D-4546-B000-B1E73467107C}" type="slidenum">
              <a:rPr lang="pt-BR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D2A32627-B23D-4546-B000-B1E73467107C}" type="slidenum"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5073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D2A32627-B23D-4546-B000-B1E73467107C}" type="slidenum"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2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6553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9" name="CustomShape 2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1" name="CustomShape 2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4" name="Imagem 33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35" name="Imagem 34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0" name="Imagem 69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71" name="Imagem 70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06" name="Imagem 105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107" name="Imagem 106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42" name="Imagem 141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143" name="Imagem 142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2.º nível da estrutura de tópicos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3.º nível da estrutura de tópicos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4.º nível da estrutura de tópicos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5.º nível da estrutura de tópicos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6.º nível da estrutura de tópicos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2.º nível da estrutura de tópicos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3.º nível da estrutura de tópicos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4.º nível da estrutura de tópicos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5.º nível da estrutura de tópicos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6.º nível da estrutura de tópicos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2.º nível da estrutura de tópicos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3.º nível da estrutura de tópicos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4.º nível da estrutura de tópicos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5.º nível da estrutura de tópicos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6.º nível da estrutura de tópicos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 para editar o formato do texto do título</a:t>
            </a: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2.º nível da estrutura de tópicos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3.º nível da estrutura de tópicos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4.º nível da estrutura de tópicos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5.º nível da estrutura de tópicos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6.º nível da estrutura de tópicos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stomShape 1"/>
          <p:cNvSpPr/>
          <p:nvPr/>
        </p:nvSpPr>
        <p:spPr>
          <a:xfrm>
            <a:off x="324000" y="90792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- Ecologia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0" name="CustomShape 2"/>
          <p:cNvSpPr/>
          <p:nvPr/>
        </p:nvSpPr>
        <p:spPr>
          <a:xfrm>
            <a:off x="324000" y="33336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Tabelas bi-dimensionais utilizadas em análises multivariadas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1" name="CustomShape 3"/>
          <p:cNvSpPr/>
          <p:nvPr/>
        </p:nvSpPr>
        <p:spPr>
          <a:xfrm>
            <a:off x="755640" y="126828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Amostras X Espécies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2" name="CustomShape 4"/>
          <p:cNvSpPr/>
          <p:nvPr/>
        </p:nvSpPr>
        <p:spPr>
          <a:xfrm>
            <a:off x="749160" y="1611360"/>
            <a:ext cx="763416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Estações de coleta X Parâmetros ambientais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3" name="CustomShape 5"/>
          <p:cNvSpPr/>
          <p:nvPr/>
        </p:nvSpPr>
        <p:spPr>
          <a:xfrm>
            <a:off x="749160" y="1982880"/>
            <a:ext cx="763416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Espécies X Nichos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4" name="CustomShape 6"/>
          <p:cNvSpPr/>
          <p:nvPr/>
        </p:nvSpPr>
        <p:spPr>
          <a:xfrm>
            <a:off x="758880" y="235116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Espécies X Padrões de comportamento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5" name="CustomShape 7"/>
          <p:cNvSpPr/>
          <p:nvPr/>
        </p:nvSpPr>
        <p:spPr>
          <a:xfrm>
            <a:off x="324000" y="278136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- Taxonomia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6" name="CustomShape 8"/>
          <p:cNvSpPr/>
          <p:nvPr/>
        </p:nvSpPr>
        <p:spPr>
          <a:xfrm>
            <a:off x="747720" y="312588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Espécimens X Características morfológicas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7" name="CustomShape 9"/>
          <p:cNvSpPr/>
          <p:nvPr/>
        </p:nvSpPr>
        <p:spPr>
          <a:xfrm>
            <a:off x="317520" y="345744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- Genética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8" name="CustomShape 10"/>
          <p:cNvSpPr/>
          <p:nvPr/>
        </p:nvSpPr>
        <p:spPr>
          <a:xfrm>
            <a:off x="741240" y="3801960"/>
            <a:ext cx="763416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Variedade X Tratamento genético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9" name="CustomShape 11"/>
          <p:cNvSpPr/>
          <p:nvPr/>
        </p:nvSpPr>
        <p:spPr>
          <a:xfrm>
            <a:off x="311040" y="4102200"/>
            <a:ext cx="763416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- Agronomia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0" name="CustomShape 12"/>
          <p:cNvSpPr/>
          <p:nvPr/>
        </p:nvSpPr>
        <p:spPr>
          <a:xfrm>
            <a:off x="735120" y="444672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Solos X Característica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CustomShape 13"/>
          <p:cNvSpPr/>
          <p:nvPr/>
        </p:nvSpPr>
        <p:spPr>
          <a:xfrm>
            <a:off x="304920" y="476244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- Geologia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2" name="CustomShape 14"/>
          <p:cNvSpPr/>
          <p:nvPr/>
        </p:nvSpPr>
        <p:spPr>
          <a:xfrm>
            <a:off x="728640" y="510696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Amostra X Espécies (minerais)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3" name="CustomShape 15"/>
          <p:cNvSpPr/>
          <p:nvPr/>
        </p:nvSpPr>
        <p:spPr>
          <a:xfrm>
            <a:off x="723960" y="5468760"/>
            <a:ext cx="70560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Amostras X Parâmetros geoquímicos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324000" y="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- Arqueologia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747720" y="34452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Sítios X Artefatos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317520" y="66024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- Linguística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7" name="CustomShape 4"/>
          <p:cNvSpPr/>
          <p:nvPr/>
        </p:nvSpPr>
        <p:spPr>
          <a:xfrm>
            <a:off x="741240" y="1004760"/>
            <a:ext cx="763416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Pessoas X Vocabulário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8" name="CustomShape 5"/>
          <p:cNvSpPr/>
          <p:nvPr/>
        </p:nvSpPr>
        <p:spPr>
          <a:xfrm>
            <a:off x="311040" y="1749600"/>
            <a:ext cx="763416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- Psicologia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9" name="CustomShape 6"/>
          <p:cNvSpPr/>
          <p:nvPr/>
        </p:nvSpPr>
        <p:spPr>
          <a:xfrm>
            <a:off x="735120" y="209376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Pessoas X Características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0" name="CustomShape 7"/>
          <p:cNvSpPr/>
          <p:nvPr/>
        </p:nvSpPr>
        <p:spPr>
          <a:xfrm>
            <a:off x="331920" y="294948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- Economia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1" name="CustomShape 8"/>
          <p:cNvSpPr/>
          <p:nvPr/>
        </p:nvSpPr>
        <p:spPr>
          <a:xfrm>
            <a:off x="755640" y="329400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Pessoas X Preferência do consumidor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2" name="CustomShape 9"/>
          <p:cNvSpPr/>
          <p:nvPr/>
        </p:nvSpPr>
        <p:spPr>
          <a:xfrm>
            <a:off x="739800" y="130968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Linguagens X Sons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3" name="CustomShape 10"/>
          <p:cNvSpPr/>
          <p:nvPr/>
        </p:nvSpPr>
        <p:spPr>
          <a:xfrm>
            <a:off x="731880" y="242100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Nacionalidade X Trato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4" name="CustomShape 11"/>
          <p:cNvSpPr/>
          <p:nvPr/>
        </p:nvSpPr>
        <p:spPr>
          <a:xfrm>
            <a:off x="763560" y="3645000"/>
            <a:ext cx="763380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Companhias X Produtos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2"/>
          <p:cNvPicPr/>
          <p:nvPr/>
        </p:nvPicPr>
        <p:blipFill>
          <a:blip r:embed="rId3"/>
          <a:stretch/>
        </p:blipFill>
        <p:spPr>
          <a:xfrm>
            <a:off x="0" y="844920"/>
            <a:ext cx="5792760" cy="5490720"/>
          </a:xfrm>
          <a:prstGeom prst="rect">
            <a:avLst/>
          </a:prstGeom>
          <a:ln w="9360">
            <a:noFill/>
          </a:ln>
        </p:spPr>
      </p:pic>
      <p:sp>
        <p:nvSpPr>
          <p:cNvPr id="176" name="CustomShape 1"/>
          <p:cNvSpPr/>
          <p:nvPr/>
        </p:nvSpPr>
        <p:spPr>
          <a:xfrm>
            <a:off x="5652000" y="108000"/>
            <a:ext cx="3311280" cy="597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pt-BR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O: Entre tempos, baseado nos descritores, para um único objeto.</a:t>
            </a:r>
            <a:endParaRPr lang="pt-B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pt-B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lang="pt-BR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P: Entre descritores, baseado nos tempos, para um único objeto.</a:t>
            </a:r>
            <a:endParaRPr lang="pt-B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pt-B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lang="pt-BR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Q: Entre objetos, baseado nos descritores, para um único tempo.</a:t>
            </a:r>
            <a:endParaRPr lang="pt-B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pt-B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lang="pt-BR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R: Entre descritores, baseado nos objetos, para um único tempo.</a:t>
            </a:r>
            <a:endParaRPr lang="pt-B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pt-B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lang="pt-BR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S: Entre objetos, baseado nos tempos, para um único descritor.</a:t>
            </a:r>
            <a:endParaRPr lang="pt-B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pt-B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r>
              <a:rPr lang="pt-BR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T: Entre tempos, baseado nos objetos, para um único descritor.</a:t>
            </a:r>
            <a:endParaRPr lang="pt-B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7" name="CustomShape 2"/>
          <p:cNvSpPr/>
          <p:nvPr/>
        </p:nvSpPr>
        <p:spPr>
          <a:xfrm>
            <a:off x="216000" y="72000"/>
            <a:ext cx="5039640" cy="429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Modos de análise</a:t>
            </a:r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190</Words>
  <Application>Microsoft Office PowerPoint</Application>
  <PresentationFormat>Apresentação na tela (4:3)</PresentationFormat>
  <Paragraphs>40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4</vt:i4>
      </vt:variant>
    </vt:vector>
  </HeadingPairs>
  <TitlesOfParts>
    <vt:vector size="13" baseType="lpstr">
      <vt:lpstr>Arial</vt:lpstr>
      <vt:lpstr>DejaVu Sans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Mauricio</dc:creator>
  <dc:description/>
  <cp:lastModifiedBy>Mauricio Camargo</cp:lastModifiedBy>
  <cp:revision>5</cp:revision>
  <dcterms:created xsi:type="dcterms:W3CDTF">2012-10-01T09:32:45Z</dcterms:created>
  <dcterms:modified xsi:type="dcterms:W3CDTF">2017-10-25T12:00:23Z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